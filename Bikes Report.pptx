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Total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Turnover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Countries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Bike Models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10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Country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Profit Ratio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Categories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Models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Colors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Price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Cost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Bikes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Profit Ratio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Categories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Models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Colors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Price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Cost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Components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Accessories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Profit Ratio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Categories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Models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Colors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Price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Cost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Clothing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Profit Ratio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Categories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Models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Colors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Price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Cost</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Insight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Transactions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First Date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Last Date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Distribution by Business Segment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Distribution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Distribution by Country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9ec991fa-6ad6-403f-a7fd-dfc787d55a8b?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bf4f3b294b4246c7" /><Relationship Type="http://schemas.openxmlformats.org/officeDocument/2006/relationships/slideLayout" Target="/ppt/slideLayouts/slideLayout8.xml" Id="Rf6f1064b923b4537" /><Relationship Type="http://schemas.openxmlformats.org/officeDocument/2006/relationships/hyperlink" Target="https://app.powerbi.com/groups/me/reports/9ec991fa-6ad6-403f-a7fd-dfc787d55a8b/?pbi_source=PowerPoint" TargetMode="External" Id="RelId0" /><Relationship Type="http://schemas.openxmlformats.org/officeDocument/2006/relationships/image" Target="/ppt/media/image4.png" Id="imgId182686701"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ddcedeaef9934739" /><Relationship Type="http://schemas.openxmlformats.org/officeDocument/2006/relationships/slideLayout" Target="/ppt/slideLayouts/slideLayout8.xml" Id="Rae4d03b0976b43b3" /><Relationship Type="http://schemas.openxmlformats.org/officeDocument/2006/relationships/hyperlink" Target="https://app.powerbi.com/groups/me/reports/9ec991fa-6ad6-403f-a7fd-dfc787d55a8b/?pbi_source=PowerPoint" TargetMode="External" Id="RelId1" /><Relationship Type="http://schemas.openxmlformats.org/officeDocument/2006/relationships/image" Target="/ppt/media/image5.png" Id="imgId182686702"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fb10b16245f3438a" /><Relationship Type="http://schemas.openxmlformats.org/officeDocument/2006/relationships/slideLayout" Target="/ppt/slideLayouts/slideLayout8.xml" Id="R5ec548090545492a" /><Relationship Type="http://schemas.openxmlformats.org/officeDocument/2006/relationships/hyperlink" Target="https://app.powerbi.com/groups/me/reports/9ec991fa-6ad6-403f-a7fd-dfc787d55a8b/?pbi_source=PowerPoint" TargetMode="External" Id="RelId2" /><Relationship Type="http://schemas.openxmlformats.org/officeDocument/2006/relationships/image" Target="/ppt/media/image6.png" Id="imgId182686703"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c2e07435d7ef419f" /><Relationship Type="http://schemas.openxmlformats.org/officeDocument/2006/relationships/slideLayout" Target="/ppt/slideLayouts/slideLayout8.xml" Id="R5b043a29b136421e" /><Relationship Type="http://schemas.openxmlformats.org/officeDocument/2006/relationships/hyperlink" Target="https://app.powerbi.com/groups/me/reports/9ec991fa-6ad6-403f-a7fd-dfc787d55a8b/?pbi_source=PowerPoint" TargetMode="External" Id="RelId3" /><Relationship Type="http://schemas.openxmlformats.org/officeDocument/2006/relationships/image" Target="/ppt/media/image7.png" Id="imgId182686704"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b2867e77c2eb4c18" /><Relationship Type="http://schemas.openxmlformats.org/officeDocument/2006/relationships/slideLayout" Target="/ppt/slideLayouts/slideLayout8.xml" Id="Rece42953a1f04db4" /><Relationship Type="http://schemas.openxmlformats.org/officeDocument/2006/relationships/hyperlink" Target="https://app.powerbi.com/groups/me/reports/9ec991fa-6ad6-403f-a7fd-dfc787d55a8b/?pbi_source=PowerPoint" TargetMode="External" Id="RelId4" /><Relationship Type="http://schemas.openxmlformats.org/officeDocument/2006/relationships/image" Target="/ppt/media/image8.png" Id="imgId182686705"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30610feb5f894e50" /><Relationship Type="http://schemas.openxmlformats.org/officeDocument/2006/relationships/slideLayout" Target="/ppt/slideLayouts/slideLayout8.xml" Id="Rb2a659c5e384453d" /><Relationship Type="http://schemas.openxmlformats.org/officeDocument/2006/relationships/hyperlink" Target="https://app.powerbi.com/groups/me/reports/9ec991fa-6ad6-403f-a7fd-dfc787d55a8b/?pbi_source=PowerPoint" TargetMode="External" Id="RelId5" /><Relationship Type="http://schemas.openxmlformats.org/officeDocument/2006/relationships/image" Target="/ppt/media/image9.png" Id="imgId182686706"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Bikes Report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2/20/2026 10:43:09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2/19/2026 5:48:59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card ,textbox ,textbox ,image ,pageNavigator ,shape ,textbox ,textbox ,shape ,shape ,textbox ,shap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8268670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Welcome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otal Sales ,textbox ,pageNavigator ,shape ,shape ,shape ,image ,textbox ,shape ,Turnover ,Total Countries ,Total Customers ,Total Bike Models ,shape ,Total Products ,Top 10 Customers ,textbox ,card ,actionButton ,textbox ,shape ,shape ,textbox ,textbox ,clusteredColumnChart ,barChart ,shape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8268670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Country Distribution ,Total Sales ,Sales ,shape ,shape ,textbox ,# Products ,# Customers ,shape ,image ,actionButton ,textbox ,shape ,pageNavigator ,shape ,textbox ,shape ,shape ,shape ,textbox ,textbox ,shape ,shape ,shape ,shape ,shape ,Sales ,shape ,textbox ,# Products ,# Customers ,Sales ,shape ,textbox ,# Products ,# Customers ,Sales ,shape ,shape ,textbox ,# Products ,# Customers ,Sales ,shape ,shape ,textbox ,# Products ,# Customers ,Sales ,shape ,textbox ,# Products ,# Customers ,shape ,shape ,shape ,tableEx ,tableEx ,shape ,actionButton ,actionButton ,slicer ,slicer ,slicer.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8268670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Country Insight</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shape ,shape ,image ,textbox ,shape ,pageNavigator ,shape ,textbox ,shape ,Profit Ratio ,# Categories ,# Models ,# Colors ,Avg Price ,Avg Cost ,shape ,Bikes Sales ,shape ,textbox ,shape ,Profit Ratio ,# Categories ,# Models ,# Colors ,Avg Price ,Avg Cost ,shape ,Components Sales ,shape ,textbox ,shape ,shape ,Accessories Sales ,shape ,textbox ,shape ,Profit Ratio ,# Categories ,# Models ,# Colors ,Avg Price ,Avg Cost ,shape ,Clothing Sales ,slicer ,slicer ,Sales Distribution ,shape ,pivotTable ,actionButton ,actionButton ,actionButton ,textbox ,shape ,shape ,textbox ,textbox ,Profit Ratio ,# Categories ,# Models ,# Colors ,Avg Price ,Avg Cost.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8268670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Business Insight</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Customer Insight ,shape ,image ,textbox ,shape ,slicer ,pageNavigator ,actionButton ,textbox ,shape ,shape ,textbox ,textbox ,slicer ,slicer ,slicer ,shape ,textSlicer ,Customer Sales Distribution ,shape ,shape ,textbox ,Sales ,# Transactions ,shape ,First Date ,Last Date.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8268670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Customer Insight</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shape ,image ,textbox ,shape ,Sales Distribution by Business Segment ,Sales Distribution by Year ,Sales Distribution by Country ,pageNavigator ,actionButton ,textbox ,shape ,shape ,textbox ,textbox ,pivotTable ,pivotTable ,pivotTable ,slicer ,slicer ,slicer ,slicer ,shape ,textSlicer ,shape ,actionButton ,actionButton.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8268670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Sales Insight</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